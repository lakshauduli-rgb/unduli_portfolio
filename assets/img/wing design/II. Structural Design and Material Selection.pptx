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Canva Sans" panose="020B0604020202020204" charset="0"/>
      <p:regular r:id="rId25"/>
    </p:embeddedFont>
    <p:embeddedFont>
      <p:font typeface="Felix Titling" panose="04060505060202020A04" pitchFamily="82" charset="0"/>
      <p:regular r:id="rId26"/>
    </p:embeddedFont>
    <p:embeddedFont>
      <p:font typeface="Goudy Old Style" panose="02020502050305020303" pitchFamily="18" charset="0"/>
      <p:regular r:id="rId27"/>
      <p:bold r:id="rId28"/>
      <p:italic r:id="rId29"/>
    </p:embeddedFont>
    <p:embeddedFont>
      <p:font typeface="Times New Roman Bold" panose="02020803070505020304" pitchFamily="18" charset="0"/>
      <p:regular r:id="rId30"/>
      <p:bold r:id="rId31"/>
    </p:embeddedFont>
    <p:embeddedFont>
      <p:font typeface="Times New Roman Italics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BC1E4D-1972-4ED0-BE4E-EC19CF6DFCDD}" v="3" dt="2026-08-21T08:24:40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8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a Unduli" userId="6e3023dbd2ff54e3" providerId="LiveId" clId="{B70EDF47-003F-4F25-BF48-13501B8E1F9E}"/>
    <pc:docChg chg="undo custSel addSld modSld">
      <pc:chgData name="Laksha Unduli" userId="6e3023dbd2ff54e3" providerId="LiveId" clId="{B70EDF47-003F-4F25-BF48-13501B8E1F9E}" dt="2026-08-21T09:33:25.524" v="247" actId="1076"/>
      <pc:docMkLst>
        <pc:docMk/>
      </pc:docMkLst>
      <pc:sldChg chg="modSp mod">
        <pc:chgData name="Laksha Unduli" userId="6e3023dbd2ff54e3" providerId="LiveId" clId="{B70EDF47-003F-4F25-BF48-13501B8E1F9E}" dt="2026-08-21T09:17:35.404" v="115" actId="1076"/>
        <pc:sldMkLst>
          <pc:docMk/>
          <pc:sldMk cId="0" sldId="257"/>
        </pc:sldMkLst>
        <pc:spChg chg="mod">
          <ac:chgData name="Laksha Unduli" userId="6e3023dbd2ff54e3" providerId="LiveId" clId="{B70EDF47-003F-4F25-BF48-13501B8E1F9E}" dt="2026-08-21T08:24:54.438" v="97" actId="120"/>
          <ac:spMkLst>
            <pc:docMk/>
            <pc:sldMk cId="0" sldId="257"/>
            <ac:spMk id="2" creationId="{00000000-0000-0000-0000-000000000000}"/>
          </ac:spMkLst>
        </pc:spChg>
        <pc:spChg chg="mod">
          <ac:chgData name="Laksha Unduli" userId="6e3023dbd2ff54e3" providerId="LiveId" clId="{B70EDF47-003F-4F25-BF48-13501B8E1F9E}" dt="2026-08-21T09:17:35.404" v="115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aksha Unduli" userId="6e3023dbd2ff54e3" providerId="LiveId" clId="{B70EDF47-003F-4F25-BF48-13501B8E1F9E}" dt="2026-08-21T08:24:58.708" v="98" actId="120"/>
        <pc:sldMkLst>
          <pc:docMk/>
          <pc:sldMk cId="0" sldId="258"/>
        </pc:sldMkLst>
        <pc:spChg chg="mod">
          <ac:chgData name="Laksha Unduli" userId="6e3023dbd2ff54e3" providerId="LiveId" clId="{B70EDF47-003F-4F25-BF48-13501B8E1F9E}" dt="2026-08-21T08:24:58.708" v="98" actId="12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aksha Unduli" userId="6e3023dbd2ff54e3" providerId="LiveId" clId="{B70EDF47-003F-4F25-BF48-13501B8E1F9E}" dt="2026-08-21T08:25:04.272" v="100" actId="120"/>
        <pc:sldMkLst>
          <pc:docMk/>
          <pc:sldMk cId="0" sldId="259"/>
        </pc:sldMkLst>
        <pc:spChg chg="mod">
          <ac:chgData name="Laksha Unduli" userId="6e3023dbd2ff54e3" providerId="LiveId" clId="{B70EDF47-003F-4F25-BF48-13501B8E1F9E}" dt="2026-08-21T08:25:04.272" v="100" actId="120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aksha Unduli" userId="6e3023dbd2ff54e3" providerId="LiveId" clId="{B70EDF47-003F-4F25-BF48-13501B8E1F9E}" dt="2026-08-21T09:19:48.850" v="156" actId="20577"/>
        <pc:sldMkLst>
          <pc:docMk/>
          <pc:sldMk cId="0" sldId="260"/>
        </pc:sldMkLst>
        <pc:spChg chg="mod">
          <ac:chgData name="Laksha Unduli" userId="6e3023dbd2ff54e3" providerId="LiveId" clId="{B70EDF47-003F-4F25-BF48-13501B8E1F9E}" dt="2026-08-21T08:20:02.885" v="9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Laksha Unduli" userId="6e3023dbd2ff54e3" providerId="LiveId" clId="{B70EDF47-003F-4F25-BF48-13501B8E1F9E}" dt="2026-08-21T08:25:08.144" v="101" actId="120"/>
          <ac:spMkLst>
            <pc:docMk/>
            <pc:sldMk cId="0" sldId="260"/>
            <ac:spMk id="7" creationId="{00000000-0000-0000-0000-000000000000}"/>
          </ac:spMkLst>
        </pc:spChg>
        <pc:spChg chg="mod">
          <ac:chgData name="Laksha Unduli" userId="6e3023dbd2ff54e3" providerId="LiveId" clId="{B70EDF47-003F-4F25-BF48-13501B8E1F9E}" dt="2026-08-21T08:20:13.265" v="11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Laksha Unduli" userId="6e3023dbd2ff54e3" providerId="LiveId" clId="{B70EDF47-003F-4F25-BF48-13501B8E1F9E}" dt="2026-08-21T09:19:48.850" v="156" actId="2057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Laksha Unduli" userId="6e3023dbd2ff54e3" providerId="LiveId" clId="{B70EDF47-003F-4F25-BF48-13501B8E1F9E}" dt="2026-08-21T08:34:04.062" v="104" actId="20577"/>
        <pc:sldMkLst>
          <pc:docMk/>
          <pc:sldMk cId="0" sldId="261"/>
        </pc:sldMkLst>
        <pc:spChg chg="mod">
          <ac:chgData name="Laksha Unduli" userId="6e3023dbd2ff54e3" providerId="LiveId" clId="{B70EDF47-003F-4F25-BF48-13501B8E1F9E}" dt="2026-08-21T08:25:16.310" v="102" actId="120"/>
          <ac:spMkLst>
            <pc:docMk/>
            <pc:sldMk cId="0" sldId="261"/>
            <ac:spMk id="4" creationId="{00000000-0000-0000-0000-000000000000}"/>
          </ac:spMkLst>
        </pc:spChg>
        <pc:spChg chg="mod">
          <ac:chgData name="Laksha Unduli" userId="6e3023dbd2ff54e3" providerId="LiveId" clId="{B70EDF47-003F-4F25-BF48-13501B8E1F9E}" dt="2026-08-21T08:34:04.062" v="104" actId="20577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Laksha Unduli" userId="6e3023dbd2ff54e3" providerId="LiveId" clId="{B70EDF47-003F-4F25-BF48-13501B8E1F9E}" dt="2026-08-21T09:22:32.435" v="158" actId="20577"/>
        <pc:sldMkLst>
          <pc:docMk/>
          <pc:sldMk cId="0" sldId="262"/>
        </pc:sldMkLst>
        <pc:spChg chg="mod">
          <ac:chgData name="Laksha Unduli" userId="6e3023dbd2ff54e3" providerId="LiveId" clId="{B70EDF47-003F-4F25-BF48-13501B8E1F9E}" dt="2026-08-21T09:22:32.435" v="158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Laksha Unduli" userId="6e3023dbd2ff54e3" providerId="LiveId" clId="{B70EDF47-003F-4F25-BF48-13501B8E1F9E}" dt="2026-08-21T09:27:15.963" v="219" actId="20577"/>
        <pc:sldMkLst>
          <pc:docMk/>
          <pc:sldMk cId="0" sldId="268"/>
        </pc:sldMkLst>
        <pc:spChg chg="mod">
          <ac:chgData name="Laksha Unduli" userId="6e3023dbd2ff54e3" providerId="LiveId" clId="{B70EDF47-003F-4F25-BF48-13501B8E1F9E}" dt="2026-08-21T09:27:11.629" v="218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Laksha Unduli" userId="6e3023dbd2ff54e3" providerId="LiveId" clId="{B70EDF47-003F-4F25-BF48-13501B8E1F9E}" dt="2026-08-21T08:04:27.492" v="5" actId="14100"/>
          <ac:spMkLst>
            <pc:docMk/>
            <pc:sldMk cId="0" sldId="268"/>
            <ac:spMk id="5" creationId="{00000000-0000-0000-0000-000000000000}"/>
          </ac:spMkLst>
        </pc:spChg>
        <pc:spChg chg="mod">
          <ac:chgData name="Laksha Unduli" userId="6e3023dbd2ff54e3" providerId="LiveId" clId="{B70EDF47-003F-4F25-BF48-13501B8E1F9E}" dt="2026-08-21T09:27:15.963" v="219" actId="20577"/>
          <ac:spMkLst>
            <pc:docMk/>
            <pc:sldMk cId="0" sldId="268"/>
            <ac:spMk id="7" creationId="{00000000-0000-0000-0000-000000000000}"/>
          </ac:spMkLst>
        </pc:spChg>
      </pc:sldChg>
      <pc:sldChg chg="modSp mod">
        <pc:chgData name="Laksha Unduli" userId="6e3023dbd2ff54e3" providerId="LiveId" clId="{B70EDF47-003F-4F25-BF48-13501B8E1F9E}" dt="2026-08-21T09:28:50.845" v="227" actId="20577"/>
        <pc:sldMkLst>
          <pc:docMk/>
          <pc:sldMk cId="0" sldId="269"/>
        </pc:sldMkLst>
        <pc:spChg chg="mod">
          <ac:chgData name="Laksha Unduli" userId="6e3023dbd2ff54e3" providerId="LiveId" clId="{B70EDF47-003F-4F25-BF48-13501B8E1F9E}" dt="2026-08-21T09:28:03.726" v="220" actId="120"/>
          <ac:spMkLst>
            <pc:docMk/>
            <pc:sldMk cId="0" sldId="269"/>
            <ac:spMk id="4" creationId="{00000000-0000-0000-0000-000000000000}"/>
          </ac:spMkLst>
        </pc:spChg>
        <pc:spChg chg="mod">
          <ac:chgData name="Laksha Unduli" userId="6e3023dbd2ff54e3" providerId="LiveId" clId="{B70EDF47-003F-4F25-BF48-13501B8E1F9E}" dt="2026-08-21T09:28:50.845" v="227" actId="20577"/>
          <ac:spMkLst>
            <pc:docMk/>
            <pc:sldMk cId="0" sldId="269"/>
            <ac:spMk id="5" creationId="{00000000-0000-0000-0000-000000000000}"/>
          </ac:spMkLst>
        </pc:spChg>
        <pc:spChg chg="mod">
          <ac:chgData name="Laksha Unduli" userId="6e3023dbd2ff54e3" providerId="LiveId" clId="{B70EDF47-003F-4F25-BF48-13501B8E1F9E}" dt="2026-08-21T09:28:12.152" v="222" actId="113"/>
          <ac:spMkLst>
            <pc:docMk/>
            <pc:sldMk cId="0" sldId="269"/>
            <ac:spMk id="6" creationId="{00000000-0000-0000-0000-000000000000}"/>
          </ac:spMkLst>
        </pc:spChg>
      </pc:sldChg>
      <pc:sldChg chg="modSp mod">
        <pc:chgData name="Laksha Unduli" userId="6e3023dbd2ff54e3" providerId="LiveId" clId="{B70EDF47-003F-4F25-BF48-13501B8E1F9E}" dt="2026-08-21T08:27:44.933" v="103" actId="120"/>
        <pc:sldMkLst>
          <pc:docMk/>
          <pc:sldMk cId="0" sldId="271"/>
        </pc:sldMkLst>
        <pc:spChg chg="mod">
          <ac:chgData name="Laksha Unduli" userId="6e3023dbd2ff54e3" providerId="LiveId" clId="{B70EDF47-003F-4F25-BF48-13501B8E1F9E}" dt="2026-08-21T08:27:44.933" v="103" actId="120"/>
          <ac:spMkLst>
            <pc:docMk/>
            <pc:sldMk cId="0" sldId="271"/>
            <ac:spMk id="4" creationId="{00000000-0000-0000-0000-000000000000}"/>
          </ac:spMkLst>
        </pc:spChg>
      </pc:sldChg>
      <pc:sldChg chg="addSp modSp mod">
        <pc:chgData name="Laksha Unduli" userId="6e3023dbd2ff54e3" providerId="LiveId" clId="{B70EDF47-003F-4F25-BF48-13501B8E1F9E}" dt="2026-08-21T09:06:23.741" v="112" actId="1076"/>
        <pc:sldMkLst>
          <pc:docMk/>
          <pc:sldMk cId="0" sldId="272"/>
        </pc:sldMkLst>
        <pc:spChg chg="mod">
          <ac:chgData name="Laksha Unduli" userId="6e3023dbd2ff54e3" providerId="LiveId" clId="{B70EDF47-003F-4F25-BF48-13501B8E1F9E}" dt="2026-08-21T09:05:49.281" v="108" actId="1076"/>
          <ac:spMkLst>
            <pc:docMk/>
            <pc:sldMk cId="0" sldId="272"/>
            <ac:spMk id="2" creationId="{00000000-0000-0000-0000-000000000000}"/>
          </ac:spMkLst>
        </pc:spChg>
        <pc:picChg chg="add mod">
          <ac:chgData name="Laksha Unduli" userId="6e3023dbd2ff54e3" providerId="LiveId" clId="{B70EDF47-003F-4F25-BF48-13501B8E1F9E}" dt="2026-08-21T09:06:23.741" v="112" actId="1076"/>
          <ac:picMkLst>
            <pc:docMk/>
            <pc:sldMk cId="0" sldId="272"/>
            <ac:picMk id="4" creationId="{1EB60EE0-4216-DB33-AA7D-6A6B14C68E07}"/>
          </ac:picMkLst>
        </pc:picChg>
      </pc:sldChg>
      <pc:sldChg chg="addSp delSp mod">
        <pc:chgData name="Laksha Unduli" userId="6e3023dbd2ff54e3" providerId="LiveId" clId="{B70EDF47-003F-4F25-BF48-13501B8E1F9E}" dt="2026-08-21T09:05:39.889" v="107" actId="478"/>
        <pc:sldMkLst>
          <pc:docMk/>
          <pc:sldMk cId="0" sldId="273"/>
        </pc:sldMkLst>
        <pc:spChg chg="add del">
          <ac:chgData name="Laksha Unduli" userId="6e3023dbd2ff54e3" providerId="LiveId" clId="{B70EDF47-003F-4F25-BF48-13501B8E1F9E}" dt="2026-08-21T09:05:39.889" v="107" actId="478"/>
          <ac:spMkLst>
            <pc:docMk/>
            <pc:sldMk cId="0" sldId="273"/>
            <ac:spMk id="2" creationId="{00000000-0000-0000-0000-000000000000}"/>
          </ac:spMkLst>
        </pc:spChg>
      </pc:sldChg>
      <pc:sldChg chg="addSp modSp mod">
        <pc:chgData name="Laksha Unduli" userId="6e3023dbd2ff54e3" providerId="LiveId" clId="{B70EDF47-003F-4F25-BF48-13501B8E1F9E}" dt="2026-08-21T08:22:27.522" v="91" actId="1076"/>
        <pc:sldMkLst>
          <pc:docMk/>
          <pc:sldMk cId="0" sldId="274"/>
        </pc:sldMkLst>
        <pc:spChg chg="mod">
          <ac:chgData name="Laksha Unduli" userId="6e3023dbd2ff54e3" providerId="LiveId" clId="{B70EDF47-003F-4F25-BF48-13501B8E1F9E}" dt="2026-08-21T08:21:29.252" v="14" actId="1076"/>
          <ac:spMkLst>
            <pc:docMk/>
            <pc:sldMk cId="0" sldId="274"/>
            <ac:spMk id="2" creationId="{00000000-0000-0000-0000-000000000000}"/>
          </ac:spMkLst>
        </pc:spChg>
        <pc:spChg chg="add mod">
          <ac:chgData name="Laksha Unduli" userId="6e3023dbd2ff54e3" providerId="LiveId" clId="{B70EDF47-003F-4F25-BF48-13501B8E1F9E}" dt="2026-08-21T08:22:27.522" v="91" actId="1076"/>
          <ac:spMkLst>
            <pc:docMk/>
            <pc:sldMk cId="0" sldId="274"/>
            <ac:spMk id="3" creationId="{8F61FD87-9D7E-DB1F-20A2-14A2CD1DC741}"/>
          </ac:spMkLst>
        </pc:spChg>
      </pc:sldChg>
      <pc:sldChg chg="modSp mod">
        <pc:chgData name="Laksha Unduli" userId="6e3023dbd2ff54e3" providerId="LiveId" clId="{B70EDF47-003F-4F25-BF48-13501B8E1F9E}" dt="2026-08-21T08:23:48.637" v="94" actId="1076"/>
        <pc:sldMkLst>
          <pc:docMk/>
          <pc:sldMk cId="0" sldId="275"/>
        </pc:sldMkLst>
        <pc:spChg chg="mod">
          <ac:chgData name="Laksha Unduli" userId="6e3023dbd2ff54e3" providerId="LiveId" clId="{B70EDF47-003F-4F25-BF48-13501B8E1F9E}" dt="2026-08-21T08:23:48.637" v="94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Laksha Unduli" userId="6e3023dbd2ff54e3" providerId="LiveId" clId="{B70EDF47-003F-4F25-BF48-13501B8E1F9E}" dt="2026-08-21T08:23:35.476" v="93" actId="20577"/>
          <ac:spMkLst>
            <pc:docMk/>
            <pc:sldMk cId="0" sldId="275"/>
            <ac:spMk id="5" creationId="{00000000-0000-0000-0000-000000000000}"/>
          </ac:spMkLst>
        </pc:spChg>
      </pc:sldChg>
      <pc:sldChg chg="addSp delSp modSp mod">
        <pc:chgData name="Laksha Unduli" userId="6e3023dbd2ff54e3" providerId="LiveId" clId="{B70EDF47-003F-4F25-BF48-13501B8E1F9E}" dt="2026-08-21T09:33:25.524" v="247" actId="1076"/>
        <pc:sldMkLst>
          <pc:docMk/>
          <pc:sldMk cId="0" sldId="277"/>
        </pc:sldMkLst>
        <pc:spChg chg="del mod">
          <ac:chgData name="Laksha Unduli" userId="6e3023dbd2ff54e3" providerId="LiveId" clId="{B70EDF47-003F-4F25-BF48-13501B8E1F9E}" dt="2026-08-21T09:32:21.255" v="230" actId="478"/>
          <ac:spMkLst>
            <pc:docMk/>
            <pc:sldMk cId="0" sldId="277"/>
            <ac:spMk id="2" creationId="{00000000-0000-0000-0000-000000000000}"/>
          </ac:spMkLst>
        </pc:spChg>
        <pc:spChg chg="add mod">
          <ac:chgData name="Laksha Unduli" userId="6e3023dbd2ff54e3" providerId="LiveId" clId="{B70EDF47-003F-4F25-BF48-13501B8E1F9E}" dt="2026-08-21T09:33:13.704" v="244" actId="313"/>
          <ac:spMkLst>
            <pc:docMk/>
            <pc:sldMk cId="0" sldId="277"/>
            <ac:spMk id="4" creationId="{301297AB-186E-0247-E070-450465766321}"/>
          </ac:spMkLst>
        </pc:spChg>
        <pc:picChg chg="add mod">
          <ac:chgData name="Laksha Unduli" userId="6e3023dbd2ff54e3" providerId="LiveId" clId="{B70EDF47-003F-4F25-BF48-13501B8E1F9E}" dt="2026-08-21T09:33:25.524" v="247" actId="1076"/>
          <ac:picMkLst>
            <pc:docMk/>
            <pc:sldMk cId="0" sldId="277"/>
            <ac:picMk id="6" creationId="{420544D9-E8A2-8C5C-F5C6-F13DDE62D075}"/>
          </ac:picMkLst>
        </pc:picChg>
      </pc:sldChg>
      <pc:sldChg chg="add">
        <pc:chgData name="Laksha Unduli" userId="6e3023dbd2ff54e3" providerId="LiveId" clId="{B70EDF47-003F-4F25-BF48-13501B8E1F9E}" dt="2026-08-21T09:32:16.187" v="228" actId="2890"/>
        <pc:sldMkLst>
          <pc:docMk/>
          <pc:sldMk cId="2352075642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8" y="1446113"/>
            <a:ext cx="6981446" cy="56098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0" y="7234263"/>
            <a:ext cx="6309360" cy="2071116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61872" y="1446111"/>
            <a:ext cx="8104920" cy="7888394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5638972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97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8640"/>
            <a:ext cx="16111728" cy="1698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88019"/>
            <a:ext cx="16171164" cy="738750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2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7827048"/>
            <a:ext cx="16459200" cy="1179576"/>
          </a:xfrm>
        </p:spPr>
        <p:txBody>
          <a:bodyPr anchor="b">
            <a:normAutofit/>
          </a:bodyPr>
          <a:lstStyle>
            <a:lvl1pPr algn="ctr"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8958944"/>
            <a:ext cx="16459200" cy="720560"/>
          </a:xfrm>
        </p:spPr>
        <p:txBody>
          <a:bodyPr anchor="t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18287999" cy="7479638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594179" y="8680787"/>
            <a:ext cx="225516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" y="7484910"/>
            <a:ext cx="18287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7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1" y="3867913"/>
            <a:ext cx="11819003" cy="5388944"/>
          </a:xfrm>
        </p:spPr>
        <p:txBody>
          <a:bodyPr>
            <a:norm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" y="2571750"/>
            <a:ext cx="18287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1701" y="552451"/>
            <a:ext cx="11063288" cy="1521620"/>
          </a:xfrm>
        </p:spPr>
        <p:txBody>
          <a:bodyPr anchor="ctr">
            <a:normAutofit/>
          </a:bodyPr>
          <a:lstStyle>
            <a:lvl1pPr algn="r">
              <a:defRPr sz="3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6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289305"/>
            <a:ext cx="14319504" cy="5513828"/>
          </a:xfrm>
        </p:spPr>
        <p:txBody>
          <a:bodyPr anchor="t">
            <a:norm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" y="7715250"/>
            <a:ext cx="18287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614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921" y="1944125"/>
            <a:ext cx="6529988" cy="6398753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02584" y="1944125"/>
            <a:ext cx="6487668" cy="6398753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tx1"/>
                </a:solidFill>
              </a:defRPr>
            </a:lvl2pPr>
            <a:lvl3pPr marL="685800" indent="0">
              <a:buNone/>
              <a:defRPr>
                <a:solidFill>
                  <a:schemeClr val="tx1"/>
                </a:solidFill>
              </a:defRPr>
            </a:lvl3pPr>
            <a:lvl4pPr marL="1028700" indent="0">
              <a:buNone/>
              <a:defRPr>
                <a:solidFill>
                  <a:schemeClr val="tx1"/>
                </a:solidFill>
              </a:defRPr>
            </a:lvl4pPr>
            <a:lvl5pPr marL="13716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47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6912864"/>
            <a:ext cx="6254496" cy="2414016"/>
          </a:xfrm>
        </p:spPr>
        <p:txBody>
          <a:bodyPr anchor="t" anchorCtr="0">
            <a:noAutofit/>
          </a:bodyPr>
          <a:lstStyle>
            <a:lvl1pPr algn="ctr"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885952" y="1645920"/>
            <a:ext cx="5664705" cy="475215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4800">
                <a:solidFill>
                  <a:schemeClr val="tx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2196" y="1261872"/>
            <a:ext cx="6323076" cy="799642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445629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74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3922776"/>
            <a:ext cx="5719572" cy="5335524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79608" y="1261872"/>
            <a:ext cx="7434263" cy="533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7524305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27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261872"/>
            <a:ext cx="4498848" cy="7776972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0389" y="1261872"/>
            <a:ext cx="9390231" cy="77769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273315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47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6729" y="1485767"/>
            <a:ext cx="3848390" cy="2788412"/>
          </a:xfrm>
        </p:spPr>
        <p:txBody>
          <a:bodyPr anchor="b"/>
          <a:lstStyle>
            <a:lvl1pPr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489485" cy="10287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248407" y="4517003"/>
            <a:ext cx="3839966" cy="398437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342900" indent="0">
              <a:buNone/>
              <a:defRPr lang="en-US" sz="2100" dirty="0"/>
            </a:lvl2pPr>
            <a:lvl3pPr marL="685800" indent="0">
              <a:buNone/>
              <a:defRPr lang="en-US" sz="2100" dirty="0"/>
            </a:lvl3pPr>
            <a:lvl4pPr marL="1028700" indent="0">
              <a:buNone/>
              <a:defRPr lang="en-US" sz="2100" dirty="0"/>
            </a:lvl4pPr>
            <a:lvl5pPr marL="1371600" indent="0">
              <a:buNone/>
              <a:defRPr lang="en-US" sz="2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5438846" y="2389438"/>
            <a:ext cx="4460283" cy="5476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5638972" y="7030643"/>
            <a:ext cx="4060035" cy="5476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7268444" y="9534526"/>
            <a:ext cx="861930" cy="5476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2480855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62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1" y="822960"/>
            <a:ext cx="9139838" cy="1714500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"/>
            <a:ext cx="7190828" cy="10287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80" y="2743200"/>
            <a:ext cx="9107424" cy="67345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95731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5638972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5438848" y="2389436"/>
            <a:ext cx="4460283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16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22960"/>
            <a:ext cx="9203436" cy="1714500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0" y="2743200"/>
            <a:ext cx="9203436" cy="67345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100816" y="0"/>
            <a:ext cx="7187184" cy="10287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73033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496618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696742" y="2389436"/>
            <a:ext cx="4460283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676" y="9534526"/>
            <a:ext cx="861930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04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80060"/>
            <a:ext cx="10287000" cy="1399032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0" y="2071116"/>
            <a:ext cx="10287000" cy="7475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37599" y="0"/>
            <a:ext cx="6150401" cy="10287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2116642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496618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696742" y="2389436"/>
            <a:ext cx="4460283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676" y="9534526"/>
            <a:ext cx="861930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16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75120"/>
            <a:ext cx="6542532" cy="1893959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1" y="2969192"/>
            <a:ext cx="6541295" cy="6493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18220" y="0"/>
            <a:ext cx="9669780" cy="10287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8189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496618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696742" y="2389436"/>
            <a:ext cx="4460283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676" y="9534526"/>
            <a:ext cx="861930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8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80060"/>
            <a:ext cx="6858000" cy="1399032"/>
          </a:xfrm>
        </p:spPr>
        <p:txBody>
          <a:bodyPr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0" y="2071116"/>
            <a:ext cx="6858000" cy="7475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6581" y="0"/>
            <a:ext cx="9411419" cy="10287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67586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496618" y="7030643"/>
            <a:ext cx="406003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696742" y="2389436"/>
            <a:ext cx="4460283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676" y="9534526"/>
            <a:ext cx="861930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58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18402"/>
            <a:ext cx="5609844" cy="2085495"/>
          </a:xfrm>
        </p:spPr>
        <p:txBody>
          <a:bodyPr anchor="t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8288000" cy="6952698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748501" y="8526464"/>
            <a:ext cx="2563814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69480" y="7518401"/>
            <a:ext cx="9601200" cy="208549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700">
                <a:solidFill>
                  <a:schemeClr val="tx1"/>
                </a:solidFill>
              </a:defRPr>
            </a:lvl1pPr>
            <a:lvl2pPr marL="342900" indent="0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2pPr>
            <a:lvl3pPr marL="685800" indent="0">
              <a:buFont typeface="Arial" panose="020B0604020202020204" pitchFamily="34" charset="0"/>
              <a:buNone/>
              <a:defRPr sz="2100">
                <a:solidFill>
                  <a:schemeClr val="tx1"/>
                </a:solidFill>
              </a:defRPr>
            </a:lvl3pPr>
            <a:lvl4pPr marL="102870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4pPr>
            <a:lvl5pPr marL="1371600" indent="0">
              <a:buFont typeface="Arial" panose="020B0604020202020204" pitchFamily="34" charset="0"/>
              <a:buNone/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6760939" y="8152610"/>
            <a:ext cx="1816101" cy="5476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6957345"/>
            <a:ext cx="18287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063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1" y="7324344"/>
            <a:ext cx="5486405" cy="2180844"/>
          </a:xfrm>
        </p:spPr>
        <p:txBody>
          <a:bodyPr anchor="t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97281" y="822964"/>
            <a:ext cx="5235263" cy="6062471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06640" y="823913"/>
            <a:ext cx="9841707" cy="86391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9176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734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246" y="839012"/>
            <a:ext cx="16133505" cy="139903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696742" y="2389436"/>
            <a:ext cx="4460283" cy="5476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1496619" y="6892420"/>
            <a:ext cx="4060035" cy="5476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32854" y="9396302"/>
            <a:ext cx="861930" cy="5476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66800" y="2570479"/>
            <a:ext cx="6580518" cy="69194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88391" y="2570480"/>
            <a:ext cx="9799607" cy="7716521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428625" lvl="0" indent="-428625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035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1" y="7406642"/>
            <a:ext cx="10481306" cy="2029968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500"/>
              </a:spcBef>
              <a:defRPr sz="42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86100" y="823532"/>
            <a:ext cx="14182725" cy="6500813"/>
          </a:xfrm>
        </p:spPr>
        <p:txBody>
          <a:bodyPr anchor="b">
            <a:normAutofit/>
          </a:bodyPr>
          <a:lstStyle>
            <a:lvl1pPr>
              <a:defRPr sz="348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2057400" y="0"/>
            <a:ext cx="0" cy="10287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642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8972" y="-1842189"/>
            <a:ext cx="15979140" cy="1700784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36207" y="3403123"/>
            <a:ext cx="10415586" cy="593138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6600" b="0" cap="all" baseline="0">
                <a:solidFill>
                  <a:schemeClr val="tx1"/>
                </a:solidFill>
              </a:defRPr>
            </a:lvl1pPr>
            <a:lvl2pPr marL="342900" indent="0" algn="ctr">
              <a:lnSpc>
                <a:spcPct val="110000"/>
              </a:lnSpc>
              <a:buNone/>
              <a:defRPr sz="6600" b="0" cap="all" baseline="0">
                <a:solidFill>
                  <a:schemeClr val="tx1"/>
                </a:solidFill>
              </a:defRPr>
            </a:lvl2pPr>
            <a:lvl3pPr marL="685800" indent="0" algn="ctr">
              <a:lnSpc>
                <a:spcPct val="110000"/>
              </a:lnSpc>
              <a:buNone/>
              <a:defRPr sz="6600" b="0" cap="all" baseline="0">
                <a:solidFill>
                  <a:schemeClr val="tx1"/>
                </a:solidFill>
              </a:defRPr>
            </a:lvl3pPr>
            <a:lvl4pPr marL="1028700" indent="0" algn="ctr">
              <a:lnSpc>
                <a:spcPct val="110000"/>
              </a:lnSpc>
              <a:buNone/>
              <a:defRPr sz="6600" b="0" cap="all" baseline="0">
                <a:solidFill>
                  <a:schemeClr val="tx1"/>
                </a:solidFill>
              </a:defRPr>
            </a:lvl4pPr>
            <a:lvl5pPr marL="1371600" indent="0" algn="ctr">
              <a:lnSpc>
                <a:spcPct val="110000"/>
              </a:lnSpc>
              <a:buNone/>
              <a:defRPr sz="66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585808" y="-2145569"/>
            <a:ext cx="9116385" cy="15766058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916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252" y="8503920"/>
            <a:ext cx="9467496" cy="69951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500"/>
              </a:spcBef>
              <a:defRPr sz="27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5703" y="2616867"/>
            <a:ext cx="10496595" cy="5261859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217070" y="-2522960"/>
            <a:ext cx="9853863" cy="15766058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23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8640"/>
            <a:ext cx="16111728" cy="16983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97757" y="3155158"/>
            <a:ext cx="7772400" cy="65270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427421" y="3154682"/>
            <a:ext cx="7772400" cy="65270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719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8640"/>
            <a:ext cx="16111728" cy="16983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1" y="3154680"/>
            <a:ext cx="7736681" cy="83975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97758" y="4114801"/>
            <a:ext cx="7735781" cy="5645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464040" y="3154680"/>
            <a:ext cx="7774782" cy="83975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464042" y="4114801"/>
            <a:ext cx="7774782" cy="5645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16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8640"/>
            <a:ext cx="16111728" cy="16983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738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280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3" y="685800"/>
            <a:ext cx="11013461" cy="1700784"/>
          </a:xfrm>
          <a:noFill/>
        </p:spPr>
        <p:txBody>
          <a:bodyPr anchor="b">
            <a:noAutofit/>
          </a:bodyPr>
          <a:lstStyle>
            <a:lvl1pPr>
              <a:defRPr sz="9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61872" y="3936492"/>
            <a:ext cx="15636240" cy="48006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tx1"/>
                </a:solidFill>
              </a:defRPr>
            </a:lvl2pPr>
            <a:lvl3pPr marL="685800" indent="0">
              <a:buNone/>
              <a:defRPr>
                <a:solidFill>
                  <a:schemeClr val="tx1"/>
                </a:solidFill>
              </a:defRPr>
            </a:lvl3pPr>
            <a:lvl4pPr marL="1028700" indent="0">
              <a:buNone/>
              <a:defRPr>
                <a:solidFill>
                  <a:schemeClr val="tx1"/>
                </a:solidFill>
              </a:defRPr>
            </a:lvl4pPr>
            <a:lvl5pPr marL="13716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457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48640"/>
            <a:ext cx="16111728" cy="1698387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0" y="3452755"/>
            <a:ext cx="16111725" cy="5881748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tx1"/>
                </a:solidFill>
              </a:defRPr>
            </a:lvl2pPr>
            <a:lvl3pPr marL="685800" indent="0">
              <a:buNone/>
              <a:defRPr>
                <a:solidFill>
                  <a:schemeClr val="tx1"/>
                </a:solidFill>
              </a:defRPr>
            </a:lvl3pPr>
            <a:lvl4pPr marL="1028700" indent="0">
              <a:buNone/>
              <a:defRPr>
                <a:solidFill>
                  <a:schemeClr val="tx1"/>
                </a:solidFill>
              </a:defRPr>
            </a:lvl4pPr>
            <a:lvl5pPr marL="13716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89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877486"/>
            <a:ext cx="15773400" cy="1675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696742" y="2389436"/>
            <a:ext cx="4460283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5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3092204"/>
            <a:ext cx="15773400" cy="6172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5638972" y="7030643"/>
            <a:ext cx="4060035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5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8444" y="9534526"/>
            <a:ext cx="86193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5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6" y="2736167"/>
            <a:ext cx="18287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9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71600" rtl="0" eaLnBrk="1" latinLnBrk="0" hangingPunct="1">
        <a:lnSpc>
          <a:spcPct val="110000"/>
        </a:lnSpc>
        <a:spcBef>
          <a:spcPts val="1500"/>
        </a:spcBef>
        <a:buSzPct val="80000"/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342900" algn="l" defTabSz="1371600" rtl="0" eaLnBrk="1" latinLnBrk="0" hangingPunct="1">
        <a:lnSpc>
          <a:spcPct val="110000"/>
        </a:lnSpc>
        <a:spcBef>
          <a:spcPts val="750"/>
        </a:spcBef>
        <a:buSzPct val="80000"/>
        <a:buFont typeface="Goudy Old Style" panose="02020502050305020303" pitchFamily="18" charset="0"/>
        <a:buChar char="–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342900" algn="l" defTabSz="1371600" rtl="0" eaLnBrk="1" latinLnBrk="0" hangingPunct="1">
        <a:lnSpc>
          <a:spcPct val="110000"/>
        </a:lnSpc>
        <a:spcBef>
          <a:spcPts val="750"/>
        </a:spcBef>
        <a:buSzPct val="80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indent="-342900" algn="l" defTabSz="1371600" rtl="0" eaLnBrk="1" latinLnBrk="0" hangingPunct="1">
        <a:lnSpc>
          <a:spcPct val="110000"/>
        </a:lnSpc>
        <a:spcBef>
          <a:spcPts val="750"/>
        </a:spcBef>
        <a:buSzPct val="80000"/>
        <a:buFont typeface="Goudy Old Style" panose="02020502050305020303" pitchFamily="18" charset="0"/>
        <a:buChar char="–"/>
        <a:defRPr sz="21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342900" algn="l" defTabSz="1371600" rtl="0" eaLnBrk="1" latinLnBrk="0" hangingPunct="1">
        <a:lnSpc>
          <a:spcPct val="110000"/>
        </a:lnSpc>
        <a:spcBef>
          <a:spcPts val="750"/>
        </a:spcBef>
        <a:buSzPct val="80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03907" y="3948900"/>
            <a:ext cx="7565093" cy="4579869"/>
          </a:xfrm>
          <a:custGeom>
            <a:avLst/>
            <a:gdLst/>
            <a:ahLst/>
            <a:cxnLst/>
            <a:rect l="l" t="t" r="r" b="b"/>
            <a:pathLst>
              <a:path w="7565093" h="4579869">
                <a:moveTo>
                  <a:pt x="0" y="0"/>
                </a:moveTo>
                <a:lnTo>
                  <a:pt x="7565093" y="0"/>
                </a:lnTo>
                <a:lnTo>
                  <a:pt x="7565093" y="4579869"/>
                </a:lnTo>
                <a:lnTo>
                  <a:pt x="0" y="4579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" b="-840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547812" y="1314750"/>
            <a:ext cx="15192375" cy="99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of a sailplane with a semi-monocoque wing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97740" y="2926634"/>
            <a:ext cx="13531405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II. Structural Design and Material Selection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03783" y="8615680"/>
            <a:ext cx="6765342" cy="119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Senadheera H.W.M.L.U.C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230593A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30200"/>
            <a:ext cx="95631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Structural Idealization &amp; Concept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24100"/>
            <a:ext cx="16638186" cy="439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5"/>
              </a:lnSpc>
            </a:pPr>
            <a:r>
              <a:rPr lang="en-US" sz="388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Aerodynamic Baseline:</a:t>
            </a:r>
          </a:p>
          <a:p>
            <a:pPr marL="838462" lvl="1" indent="-419231" algn="l">
              <a:lnSpc>
                <a:spcPts val="5825"/>
              </a:lnSpc>
              <a:buFont typeface="Arial"/>
              <a:buChar char="•"/>
            </a:pPr>
            <a:r>
              <a:rPr lang="en-US" sz="38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Wingspan: 15 m</a:t>
            </a:r>
          </a:p>
          <a:p>
            <a:pPr marL="838462" lvl="1" indent="-419231" algn="l">
              <a:lnSpc>
                <a:spcPts val="5825"/>
              </a:lnSpc>
              <a:buFont typeface="Arial"/>
              <a:buChar char="•"/>
            </a:pPr>
            <a:r>
              <a:rPr lang="en-US" sz="38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Taper Ratio = 0.8</a:t>
            </a:r>
          </a:p>
          <a:p>
            <a:pPr marL="838462" lvl="1" indent="-419231" algn="l">
              <a:lnSpc>
                <a:spcPts val="5825"/>
              </a:lnSpc>
              <a:buFont typeface="Arial"/>
              <a:buChar char="•"/>
            </a:pPr>
            <a:r>
              <a:rPr lang="en-US" sz="38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 Chord = 0.694 m</a:t>
            </a:r>
          </a:p>
          <a:p>
            <a:pPr marL="838462" lvl="1" indent="-419231" algn="l">
              <a:lnSpc>
                <a:spcPts val="5825"/>
              </a:lnSpc>
              <a:buFont typeface="Arial"/>
              <a:buChar char="•"/>
            </a:pPr>
            <a:r>
              <a:rPr lang="en-US" sz="38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 Chord = 0.556m</a:t>
            </a:r>
          </a:p>
          <a:p>
            <a:pPr marL="838462" lvl="1" indent="-419231" algn="l">
              <a:lnSpc>
                <a:spcPts val="5825"/>
              </a:lnSpc>
              <a:buFont typeface="Arial"/>
              <a:buChar char="•"/>
            </a:pPr>
            <a:r>
              <a:rPr lang="en-US" sz="388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Concept: Two-spar semi-monocoque wing 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50813" y="1192359"/>
            <a:ext cx="14186374" cy="8751220"/>
          </a:xfrm>
          <a:custGeom>
            <a:avLst/>
            <a:gdLst/>
            <a:ahLst/>
            <a:cxnLst/>
            <a:rect l="l" t="t" r="r" b="b"/>
            <a:pathLst>
              <a:path w="14186374" h="8751220">
                <a:moveTo>
                  <a:pt x="0" y="0"/>
                </a:moveTo>
                <a:lnTo>
                  <a:pt x="14186374" y="0"/>
                </a:lnTo>
                <a:lnTo>
                  <a:pt x="14186374" y="8751220"/>
                </a:lnTo>
                <a:lnTo>
                  <a:pt x="0" y="8751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330200"/>
            <a:ext cx="116205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Spanwise Aerodynamic &amp; Structural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63499" y="1864607"/>
            <a:ext cx="13961001" cy="6557786"/>
          </a:xfrm>
          <a:custGeom>
            <a:avLst/>
            <a:gdLst/>
            <a:ahLst/>
            <a:cxnLst/>
            <a:rect l="l" t="t" r="r" b="b"/>
            <a:pathLst>
              <a:path w="13961001" h="6557786">
                <a:moveTo>
                  <a:pt x="0" y="0"/>
                </a:moveTo>
                <a:lnTo>
                  <a:pt x="13961002" y="0"/>
                </a:lnTo>
                <a:lnTo>
                  <a:pt x="13961002" y="6557786"/>
                </a:lnTo>
                <a:lnTo>
                  <a:pt x="0" y="6557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330200"/>
            <a:ext cx="119253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Spanwise Aerodynamic &amp; Structural Loading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0805" y="1607645"/>
            <a:ext cx="5415527" cy="8093643"/>
          </a:xfrm>
          <a:custGeom>
            <a:avLst/>
            <a:gdLst/>
            <a:ahLst/>
            <a:cxnLst/>
            <a:rect l="l" t="t" r="r" b="b"/>
            <a:pathLst>
              <a:path w="5415527" h="8093643">
                <a:moveTo>
                  <a:pt x="0" y="0"/>
                </a:moveTo>
                <a:lnTo>
                  <a:pt x="5415527" y="0"/>
                </a:lnTo>
                <a:lnTo>
                  <a:pt x="5415527" y="8093643"/>
                </a:lnTo>
                <a:lnTo>
                  <a:pt x="0" y="8093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190152" y="6579777"/>
            <a:ext cx="1519439" cy="528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Booms</a:t>
            </a:r>
          </a:p>
        </p:txBody>
      </p:sp>
      <p:sp>
        <p:nvSpPr>
          <p:cNvPr id="4" name="AutoShape 4"/>
          <p:cNvSpPr/>
          <p:nvPr/>
        </p:nvSpPr>
        <p:spPr>
          <a:xfrm flipH="1">
            <a:off x="4931953" y="7113694"/>
            <a:ext cx="1086481" cy="6272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AutoShape 5"/>
          <p:cNvSpPr/>
          <p:nvPr/>
        </p:nvSpPr>
        <p:spPr>
          <a:xfrm flipH="1">
            <a:off x="4931953" y="7113694"/>
            <a:ext cx="1519439" cy="19486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8806626" y="5854787"/>
            <a:ext cx="8607094" cy="1621431"/>
          </a:xfrm>
          <a:custGeom>
            <a:avLst/>
            <a:gdLst/>
            <a:ahLst/>
            <a:cxnLst/>
            <a:rect l="l" t="t" r="r" b="b"/>
            <a:pathLst>
              <a:path w="8607094" h="1621431">
                <a:moveTo>
                  <a:pt x="0" y="0"/>
                </a:moveTo>
                <a:lnTo>
                  <a:pt x="8607093" y="0"/>
                </a:lnTo>
                <a:lnTo>
                  <a:pt x="8607093" y="1621430"/>
                </a:lnTo>
                <a:lnTo>
                  <a:pt x="0" y="1621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1028700" y="330200"/>
            <a:ext cx="67437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Wing Box Idealization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53400" y="1212966"/>
            <a:ext cx="6357174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Boom Area Calculation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06626" y="2137608"/>
            <a:ext cx="9020525" cy="230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Assumptions</a:t>
            </a: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direct stress due to bending moment is totally carried by booms (mainly spar caps) </a:t>
            </a: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Shear load is carried by the skin and the webs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06626" y="5038517"/>
            <a:ext cx="5576054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Euler-Bernoulli beam theory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88022" y="3452513"/>
            <a:ext cx="10677662" cy="1505602"/>
          </a:xfrm>
          <a:custGeom>
            <a:avLst/>
            <a:gdLst/>
            <a:ahLst/>
            <a:cxnLst/>
            <a:rect l="l" t="t" r="r" b="b"/>
            <a:pathLst>
              <a:path w="10677662" h="1505602">
                <a:moveTo>
                  <a:pt x="0" y="0"/>
                </a:moveTo>
                <a:lnTo>
                  <a:pt x="10677663" y="0"/>
                </a:lnTo>
                <a:lnTo>
                  <a:pt x="10677663" y="1505602"/>
                </a:lnTo>
                <a:lnTo>
                  <a:pt x="0" y="1505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8138654" y="7214354"/>
            <a:ext cx="2010692" cy="1121908"/>
          </a:xfrm>
          <a:custGeom>
            <a:avLst/>
            <a:gdLst/>
            <a:ahLst/>
            <a:cxnLst/>
            <a:rect l="l" t="t" r="r" b="b"/>
            <a:pathLst>
              <a:path w="2010692" h="1121908">
                <a:moveTo>
                  <a:pt x="0" y="0"/>
                </a:moveTo>
                <a:lnTo>
                  <a:pt x="2010692" y="0"/>
                </a:lnTo>
                <a:lnTo>
                  <a:pt x="2010692" y="1121908"/>
                </a:lnTo>
                <a:lnTo>
                  <a:pt x="0" y="1121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1028700" y="330200"/>
            <a:ext cx="62865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Boom Area Calculation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826913"/>
            <a:ext cx="14184511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My (Due to drag ) is very small compared to Mx due to vertical forces.</a:t>
            </a:r>
          </a:p>
          <a:p>
            <a:pPr marL="755649" lvl="1" indent="-377824" algn="l">
              <a:lnSpc>
                <a:spcPts val="5249"/>
              </a:lnSpc>
              <a:buFont typeface="Arial"/>
              <a:buChar char="•"/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the </a:t>
            </a:r>
            <a:r>
              <a:rPr lang="en-US" sz="3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My is neglected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calculation.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2651" y="5569704"/>
            <a:ext cx="12840498" cy="135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Ixy =0 ,</a:t>
            </a:r>
          </a:p>
          <a:p>
            <a:pPr algn="l">
              <a:lnSpc>
                <a:spcPts val="5424"/>
              </a:lnSpc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Euler-Bernoulli beam theory equation get simplified as follows;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30200"/>
            <a:ext cx="13393353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Boom Area Calculation at Root of the Wing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0919" y="1202415"/>
            <a:ext cx="16950327" cy="556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the location of spars and boom areas,</a:t>
            </a:r>
          </a:p>
          <a:p>
            <a:pPr algn="l">
              <a:lnSpc>
                <a:spcPts val="4899"/>
              </a:lnSpc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To minimize the spar cap area</a:t>
            </a:r>
          </a:p>
          <a:p>
            <a:pPr algn="l">
              <a:lnSpc>
                <a:spcPts val="4899"/>
              </a:lnSpc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To make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Ixy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deflection of the tip = 5% of wing span = 750mm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considered to place the front spar : 10 % - 30 % (Respective to the chord length)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considered to place the front spar : 40 % - 80 % (Respective to the chord length)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wing box separation                : 20% (Respective to the chord length)</a:t>
            </a:r>
          </a:p>
          <a:p>
            <a:pPr algn="l">
              <a:lnSpc>
                <a:spcPts val="4899"/>
              </a:lnSpc>
            </a:pPr>
            <a:endParaRPr lang="en-US" sz="34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7536700"/>
            <a:ext cx="16098381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i="1">
                <a:solidFill>
                  <a:srgbClr val="FF914D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Note : Upper spar caps at compression and lower spar caps at tension.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62965"/>
            <a:ext cx="18288000" cy="8561070"/>
          </a:xfrm>
          <a:custGeom>
            <a:avLst/>
            <a:gdLst/>
            <a:ahLst/>
            <a:cxnLst/>
            <a:rect l="l" t="t" r="r" b="b"/>
            <a:pathLst>
              <a:path w="18288000" h="8561070">
                <a:moveTo>
                  <a:pt x="0" y="0"/>
                </a:moveTo>
                <a:lnTo>
                  <a:pt x="18288000" y="0"/>
                </a:lnTo>
                <a:lnTo>
                  <a:pt x="18288000" y="8561070"/>
                </a:lnTo>
                <a:lnTo>
                  <a:pt x="0" y="8561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41661"/>
            <a:ext cx="18288000" cy="8639524"/>
          </a:xfrm>
          <a:custGeom>
            <a:avLst/>
            <a:gdLst/>
            <a:ahLst/>
            <a:cxnLst/>
            <a:rect l="l" t="t" r="r" b="b"/>
            <a:pathLst>
              <a:path w="18288000" h="8639524">
                <a:moveTo>
                  <a:pt x="0" y="0"/>
                </a:moveTo>
                <a:lnTo>
                  <a:pt x="18288000" y="0"/>
                </a:lnTo>
                <a:lnTo>
                  <a:pt x="18288000" y="8639524"/>
                </a:lnTo>
                <a:lnTo>
                  <a:pt x="0" y="8639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1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57250"/>
            <a:ext cx="18288000" cy="8572500"/>
          </a:xfrm>
          <a:custGeom>
            <a:avLst/>
            <a:gdLst/>
            <a:ahLst/>
            <a:cxnLst/>
            <a:rect l="l" t="t" r="r" b="b"/>
            <a:pathLst>
              <a:path w="18288000" h="8572500">
                <a:moveTo>
                  <a:pt x="0" y="0"/>
                </a:moveTo>
                <a:lnTo>
                  <a:pt x="18288000" y="0"/>
                </a:lnTo>
                <a:lnTo>
                  <a:pt x="18288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9930" y="0"/>
            <a:ext cx="14788140" cy="10287000"/>
          </a:xfrm>
          <a:custGeom>
            <a:avLst/>
            <a:gdLst/>
            <a:ahLst/>
            <a:cxnLst/>
            <a:rect l="l" t="t" r="r" b="b"/>
            <a:pathLst>
              <a:path w="14788140" h="10287000">
                <a:moveTo>
                  <a:pt x="0" y="0"/>
                </a:moveTo>
                <a:lnTo>
                  <a:pt x="14788140" y="0"/>
                </a:lnTo>
                <a:lnTo>
                  <a:pt x="147881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4481" y="572548"/>
            <a:ext cx="15519037" cy="9141904"/>
          </a:xfrm>
          <a:custGeom>
            <a:avLst/>
            <a:gdLst/>
            <a:ahLst/>
            <a:cxnLst/>
            <a:rect l="l" t="t" r="r" b="b"/>
            <a:pathLst>
              <a:path w="15519037" h="9141904">
                <a:moveTo>
                  <a:pt x="0" y="0"/>
                </a:moveTo>
                <a:lnTo>
                  <a:pt x="15519038" y="0"/>
                </a:lnTo>
                <a:lnTo>
                  <a:pt x="15519038" y="9141904"/>
                </a:lnTo>
                <a:lnTo>
                  <a:pt x="0" y="9141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6134" y="2949235"/>
            <a:ext cx="10840323" cy="2194265"/>
          </a:xfrm>
          <a:custGeom>
            <a:avLst/>
            <a:gdLst/>
            <a:ahLst/>
            <a:cxnLst/>
            <a:rect l="l" t="t" r="r" b="b"/>
            <a:pathLst>
              <a:path w="10840323" h="2194265">
                <a:moveTo>
                  <a:pt x="0" y="0"/>
                </a:moveTo>
                <a:lnTo>
                  <a:pt x="10840323" y="0"/>
                </a:lnTo>
                <a:lnTo>
                  <a:pt x="10840323" y="2194265"/>
                </a:lnTo>
                <a:lnTo>
                  <a:pt x="0" y="2194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180769" y="7067550"/>
            <a:ext cx="3696960" cy="1862591"/>
          </a:xfrm>
          <a:custGeom>
            <a:avLst/>
            <a:gdLst/>
            <a:ahLst/>
            <a:cxnLst/>
            <a:rect l="l" t="t" r="r" b="b"/>
            <a:pathLst>
              <a:path w="3696960" h="1862591">
                <a:moveTo>
                  <a:pt x="0" y="0"/>
                </a:moveTo>
                <a:lnTo>
                  <a:pt x="3696961" y="0"/>
                </a:lnTo>
                <a:lnTo>
                  <a:pt x="3696961" y="1862591"/>
                </a:lnTo>
                <a:lnTo>
                  <a:pt x="0" y="1862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948753" y="7200593"/>
            <a:ext cx="11064307" cy="2495937"/>
          </a:xfrm>
          <a:custGeom>
            <a:avLst/>
            <a:gdLst/>
            <a:ahLst/>
            <a:cxnLst/>
            <a:rect l="l" t="t" r="r" b="b"/>
            <a:pathLst>
              <a:path w="11064307" h="2495937">
                <a:moveTo>
                  <a:pt x="0" y="0"/>
                </a:moveTo>
                <a:lnTo>
                  <a:pt x="11064308" y="0"/>
                </a:lnTo>
                <a:lnTo>
                  <a:pt x="11064308" y="2495937"/>
                </a:lnTo>
                <a:lnTo>
                  <a:pt x="0" y="2495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028700" y="330200"/>
            <a:ext cx="72009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Skin and Web Sizing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7873" y="1281214"/>
            <a:ext cx="9449681" cy="258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525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skin and webs carries the pure shear</a:t>
            </a:r>
          </a:p>
          <a:p>
            <a:pPr marL="755651" lvl="1" indent="-377825" algn="l">
              <a:lnSpc>
                <a:spcPts val="525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Thin walled theory</a:t>
            </a:r>
          </a:p>
          <a:p>
            <a:pPr algn="l">
              <a:lnSpc>
                <a:spcPts val="4900"/>
              </a:lnSpc>
            </a:pPr>
            <a:endParaRPr lang="en-US" sz="35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900"/>
              </a:lnSpc>
            </a:pPr>
            <a:endParaRPr lang="en-US" sz="35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91458" y="5554672"/>
            <a:ext cx="9352742" cy="1204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Ixy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</a:p>
          <a:p>
            <a:pPr marL="457200" indent="-457200" algn="l">
              <a:lnSpc>
                <a:spcPts val="49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Shear force due to drag is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neglgible</a:t>
            </a:r>
            <a:endParaRPr lang="en-US" sz="3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83852" y="4400111"/>
            <a:ext cx="4690775" cy="1732214"/>
          </a:xfrm>
          <a:custGeom>
            <a:avLst/>
            <a:gdLst/>
            <a:ahLst/>
            <a:cxnLst/>
            <a:rect l="l" t="t" r="r" b="b"/>
            <a:pathLst>
              <a:path w="4690775" h="1732214">
                <a:moveTo>
                  <a:pt x="0" y="0"/>
                </a:moveTo>
                <a:lnTo>
                  <a:pt x="4690775" y="0"/>
                </a:lnTo>
                <a:lnTo>
                  <a:pt x="4690775" y="1732214"/>
                </a:lnTo>
                <a:lnTo>
                  <a:pt x="0" y="1732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958690" y="7761443"/>
            <a:ext cx="3558107" cy="1887634"/>
          </a:xfrm>
          <a:custGeom>
            <a:avLst/>
            <a:gdLst/>
            <a:ahLst/>
            <a:cxnLst/>
            <a:rect l="l" t="t" r="r" b="b"/>
            <a:pathLst>
              <a:path w="3558107" h="1887634">
                <a:moveTo>
                  <a:pt x="0" y="0"/>
                </a:moveTo>
                <a:lnTo>
                  <a:pt x="3558107" y="0"/>
                </a:lnTo>
                <a:lnTo>
                  <a:pt x="3558107" y="1887634"/>
                </a:lnTo>
                <a:lnTo>
                  <a:pt x="0" y="1887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330200"/>
            <a:ext cx="62103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Ribs and Stringers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74756"/>
            <a:ext cx="16253967" cy="310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Skin Buckling</a:t>
            </a:r>
          </a:p>
          <a:p>
            <a:pPr algn="l">
              <a:lnSpc>
                <a:spcPts val="4900"/>
              </a:lnSpc>
            </a:pPr>
            <a:endParaRPr lang="en-US" sz="3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Calculated using flat-plate buckling formulas dependent on the panel aspect ratio (a/b, where a =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Lrib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b =b , skin thickness (t), plate width, and buckling coefficients (Kc for compression, Ks for shear):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8281" y="6547102"/>
            <a:ext cx="11016884" cy="371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Stringer  Buckling &amp; Crippling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Treating the stringer plus an effective width of attached skin (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beff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as a column of length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Lrib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checked using Euler column buckling with its combined area moment of inertia (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Ipannel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449969"/>
            <a:ext cx="5832195" cy="1825731"/>
          </a:xfrm>
          <a:custGeom>
            <a:avLst/>
            <a:gdLst/>
            <a:ahLst/>
            <a:cxnLst/>
            <a:rect l="l" t="t" r="r" b="b"/>
            <a:pathLst>
              <a:path w="5832195" h="1825731">
                <a:moveTo>
                  <a:pt x="0" y="0"/>
                </a:moveTo>
                <a:lnTo>
                  <a:pt x="5832195" y="0"/>
                </a:lnTo>
                <a:lnTo>
                  <a:pt x="5832195" y="1825731"/>
                </a:lnTo>
                <a:lnTo>
                  <a:pt x="0" y="1825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079083" y="4275700"/>
            <a:ext cx="11208917" cy="5946105"/>
          </a:xfrm>
          <a:custGeom>
            <a:avLst/>
            <a:gdLst/>
            <a:ahLst/>
            <a:cxnLst/>
            <a:rect l="l" t="t" r="r" b="b"/>
            <a:pathLst>
              <a:path w="11208917" h="5946105">
                <a:moveTo>
                  <a:pt x="0" y="0"/>
                </a:moveTo>
                <a:lnTo>
                  <a:pt x="11208917" y="0"/>
                </a:lnTo>
                <a:lnTo>
                  <a:pt x="11208917" y="5946105"/>
                </a:lnTo>
                <a:lnTo>
                  <a:pt x="0" y="5946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933450"/>
            <a:ext cx="14640746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buckling of the stringer's own thin flanges (Z-section flanges) before the overall column fails, calculated using empirical geometric ratios: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550515"/>
            <a:ext cx="10026961" cy="2833225"/>
          </a:xfrm>
          <a:custGeom>
            <a:avLst/>
            <a:gdLst/>
            <a:ahLst/>
            <a:cxnLst/>
            <a:rect l="l" t="t" r="r" b="b"/>
            <a:pathLst>
              <a:path w="10026961" h="2833225">
                <a:moveTo>
                  <a:pt x="0" y="0"/>
                </a:moveTo>
                <a:lnTo>
                  <a:pt x="10026961" y="0"/>
                </a:lnTo>
                <a:lnTo>
                  <a:pt x="10026961" y="2833225"/>
                </a:lnTo>
                <a:lnTo>
                  <a:pt x="0" y="283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2251483"/>
            <a:ext cx="10614526" cy="2370577"/>
          </a:xfrm>
          <a:custGeom>
            <a:avLst/>
            <a:gdLst/>
            <a:ahLst/>
            <a:cxnLst/>
            <a:rect l="l" t="t" r="r" b="b"/>
            <a:pathLst>
              <a:path w="10614526" h="2370577">
                <a:moveTo>
                  <a:pt x="0" y="0"/>
                </a:moveTo>
                <a:lnTo>
                  <a:pt x="10614526" y="0"/>
                </a:lnTo>
                <a:lnTo>
                  <a:pt x="10614526" y="2370578"/>
                </a:lnTo>
                <a:lnTo>
                  <a:pt x="0" y="2370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933450"/>
            <a:ext cx="84201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Finalizing the capsizing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47700"/>
            <a:ext cx="18288000" cy="5340635"/>
          </a:xfrm>
          <a:custGeom>
            <a:avLst/>
            <a:gdLst/>
            <a:ahLst/>
            <a:cxnLst/>
            <a:rect l="l" t="t" r="r" b="b"/>
            <a:pathLst>
              <a:path w="18288000" h="5340635">
                <a:moveTo>
                  <a:pt x="0" y="0"/>
                </a:moveTo>
                <a:lnTo>
                  <a:pt x="18288000" y="0"/>
                </a:lnTo>
                <a:lnTo>
                  <a:pt x="18288000" y="5340635"/>
                </a:lnTo>
                <a:lnTo>
                  <a:pt x="0" y="5340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14" r="-24658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B60EE0-4216-DB33-AA7D-6A6B14C68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322" y="6591300"/>
            <a:ext cx="10023355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62" y="874965"/>
            <a:ext cx="18290862" cy="8535735"/>
          </a:xfrm>
          <a:custGeom>
            <a:avLst/>
            <a:gdLst/>
            <a:ahLst/>
            <a:cxnLst/>
            <a:rect l="l" t="t" r="r" b="b"/>
            <a:pathLst>
              <a:path w="18290862" h="8535735">
                <a:moveTo>
                  <a:pt x="0" y="0"/>
                </a:moveTo>
                <a:lnTo>
                  <a:pt x="18290862" y="0"/>
                </a:lnTo>
                <a:lnTo>
                  <a:pt x="18290862" y="8535735"/>
                </a:lnTo>
                <a:lnTo>
                  <a:pt x="0" y="8535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3251" y="876300"/>
            <a:ext cx="15921498" cy="5866808"/>
          </a:xfrm>
          <a:custGeom>
            <a:avLst/>
            <a:gdLst/>
            <a:ahLst/>
            <a:cxnLst/>
            <a:rect l="l" t="t" r="r" b="b"/>
            <a:pathLst>
              <a:path w="15921498" h="5866808">
                <a:moveTo>
                  <a:pt x="0" y="0"/>
                </a:moveTo>
                <a:lnTo>
                  <a:pt x="15921498" y="0"/>
                </a:lnTo>
                <a:lnTo>
                  <a:pt x="15921498" y="5866808"/>
                </a:lnTo>
                <a:lnTo>
                  <a:pt x="0" y="586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1FD87-9D7E-DB1F-20A2-14A2CD1DC741}"/>
              </a:ext>
            </a:extLst>
          </p:cNvPr>
          <p:cNvSpPr txBox="1"/>
          <p:nvPr/>
        </p:nvSpPr>
        <p:spPr>
          <a:xfrm>
            <a:off x="1170961" y="7429500"/>
            <a:ext cx="7441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of Sail Plane = 275 kg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possible wing mass = 110kg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1760" y="699282"/>
            <a:ext cx="29337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Materials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49134" y="1826526"/>
            <a:ext cx="8050649" cy="6672486"/>
            <a:chOff x="0" y="-123825"/>
            <a:chExt cx="10734199" cy="8896648"/>
          </a:xfrm>
        </p:grpSpPr>
        <p:sp>
          <p:nvSpPr>
            <p:cNvPr id="4" name="TextBox 4"/>
            <p:cNvSpPr txBox="1"/>
            <p:nvPr/>
          </p:nvSpPr>
          <p:spPr>
            <a:xfrm>
              <a:off x="0" y="-123825"/>
              <a:ext cx="10734199" cy="5280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250"/>
                </a:lnSpc>
              </a:pPr>
              <a:r>
                <a:rPr lang="en-US" sz="35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Spar caps, Stringers, Ribs</a:t>
              </a:r>
            </a:p>
            <a:p>
              <a:pPr marL="755651" lvl="1" indent="-377825" algn="just">
                <a:lnSpc>
                  <a:spcPts val="525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7075-T6 Aluminum Alloy</a:t>
              </a:r>
            </a:p>
            <a:p>
              <a:pPr marL="755651" lvl="1" indent="-377825" algn="just">
                <a:lnSpc>
                  <a:spcPts val="525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 static strength-to-weight ratio</a:t>
              </a:r>
            </a:p>
            <a:p>
              <a:pPr marL="755651" lvl="1" indent="-377825" algn="just">
                <a:lnSpc>
                  <a:spcPts val="525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 resistance to local column buckling</a:t>
              </a:r>
            </a:p>
            <a:p>
              <a:pPr marL="755651" lvl="1" indent="-377825" algn="just">
                <a:lnSpc>
                  <a:spcPts val="525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Yielding under severe 3.8G load factors.</a:t>
              </a:r>
            </a:p>
            <a:p>
              <a:pPr algn="just">
                <a:lnSpc>
                  <a:spcPts val="5250"/>
                </a:lnSpc>
              </a:pPr>
              <a:endPara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683" y="5234162"/>
              <a:ext cx="9427052" cy="35386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250"/>
                </a:lnSpc>
              </a:pPr>
              <a:r>
                <a:rPr lang="en-US" sz="35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Density  : 2810 kg/m3</a:t>
              </a:r>
            </a:p>
            <a:p>
              <a:pPr algn="just">
                <a:lnSpc>
                  <a:spcPts val="5250"/>
                </a:lnSpc>
              </a:pPr>
              <a:r>
                <a:rPr lang="en-US" sz="35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Tensile Yield Strength  : 635 MPa</a:t>
              </a:r>
            </a:p>
            <a:p>
              <a:pPr algn="just">
                <a:lnSpc>
                  <a:spcPts val="5250"/>
                </a:lnSpc>
              </a:pPr>
              <a:r>
                <a:rPr lang="en-US" sz="35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Compressive Yield Strength : 630 MPa</a:t>
              </a:r>
            </a:p>
            <a:p>
              <a:pPr algn="just">
                <a:lnSpc>
                  <a:spcPts val="5250"/>
                </a:lnSpc>
              </a:pPr>
              <a:r>
                <a:rPr lang="en-US" sz="35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Elastic Modulus (E): 71.7 </a:t>
              </a:r>
              <a:r>
                <a:rPr lang="en-US" sz="35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GPa</a:t>
              </a:r>
              <a:endPara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699783" y="1028700"/>
            <a:ext cx="9380283" cy="813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Wing Skins &amp; Shear Webs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6061-T6 Aluminum Alloy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formability for wrapping complex airfoil contours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Excellent resistance to shear and torsional loads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weight with high corrosion resistance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Density : 2700 kg/m3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Shear Yield Strength : 193 MPa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Tensile Yield Strength : 276 MPa</a:t>
            </a:r>
          </a:p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Elastic Modulus (E): 68.9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GPa</a:t>
            </a:r>
            <a:endParaRPr lang="en-US" sz="3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50390" y="1795822"/>
            <a:ext cx="11987219" cy="6695356"/>
          </a:xfrm>
          <a:custGeom>
            <a:avLst/>
            <a:gdLst/>
            <a:ahLst/>
            <a:cxnLst/>
            <a:rect l="l" t="t" r="r" b="b"/>
            <a:pathLst>
              <a:path w="11987219" h="6695356">
                <a:moveTo>
                  <a:pt x="0" y="0"/>
                </a:moveTo>
                <a:lnTo>
                  <a:pt x="11987220" y="0"/>
                </a:lnTo>
                <a:lnTo>
                  <a:pt x="11987220" y="6695356"/>
                </a:lnTo>
                <a:lnTo>
                  <a:pt x="0" y="6695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301297AB-186E-0247-E070-450465766321}"/>
              </a:ext>
            </a:extLst>
          </p:cNvPr>
          <p:cNvSpPr txBox="1"/>
          <p:nvPr/>
        </p:nvSpPr>
        <p:spPr>
          <a:xfrm>
            <a:off x="641760" y="699282"/>
            <a:ext cx="29337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0544D9-E8A2-8C5C-F5C6-F13DDE62D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785" y="1418705"/>
            <a:ext cx="5582429" cy="74495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ACA07-58D3-9526-2D33-946CC86C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AB76674-A72F-4866-AA4B-4DAAC41DA386}"/>
              </a:ext>
            </a:extLst>
          </p:cNvPr>
          <p:cNvSpPr txBox="1"/>
          <p:nvPr/>
        </p:nvSpPr>
        <p:spPr>
          <a:xfrm>
            <a:off x="3200400" y="3238500"/>
            <a:ext cx="12666345" cy="2375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  <a:spcBef>
                <a:spcPct val="0"/>
              </a:spcBef>
            </a:pPr>
            <a:r>
              <a:rPr lang="en-US" sz="14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52075642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75</TotalTime>
  <Words>534</Words>
  <Application>Microsoft Office PowerPoint</Application>
  <PresentationFormat>Custom</PresentationFormat>
  <Paragraphs>75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Canva Sans</vt:lpstr>
      <vt:lpstr>Arial</vt:lpstr>
      <vt:lpstr>Times New Roman Bold</vt:lpstr>
      <vt:lpstr>Goudy Old Style</vt:lpstr>
      <vt:lpstr>Times New Roman</vt:lpstr>
      <vt:lpstr>Times New Roman Italics</vt:lpstr>
      <vt:lpstr>Felix Titling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II. Structural Design and Material Selection</dc:title>
  <cp:lastModifiedBy>Laksha Unduli</cp:lastModifiedBy>
  <cp:revision>1</cp:revision>
  <dcterms:created xsi:type="dcterms:W3CDTF">2006-08-16T00:00:00Z</dcterms:created>
  <dcterms:modified xsi:type="dcterms:W3CDTF">2026-08-21T09:33:36Z</dcterms:modified>
  <dc:identifier>DAHS5EtCUFA</dc:identifier>
</cp:coreProperties>
</file>